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合成集成样例：表格与正文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这是明确标记的合成课件，用于验证 V4.5 网站展示。</a:t>
            </a:r>
          </a:p>
          <a:p>
            <a:pPr lvl="1"/>
            <a:r>
              <a:t>第二段展示段落层级和来源页码。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3200400"/>
          <a:ext cx="76809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426720">
                <a:tc>
                  <a:txBody>
                    <a:bodyPr/>
                    <a:lstStyle/>
                    <a:p>
                      <a:r>
                        <a:t>知识点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操作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复杂度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栈顶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push/pop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O(1)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顺序存储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按索引访问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O(1)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合成集成样例：未支持对象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本页包含一个图片对象；V4.2 只标记其存在，不解析图片内容。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